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3" r:id="rId4"/>
    <p:sldId id="258" r:id="rId5"/>
    <p:sldId id="259" r:id="rId6"/>
    <p:sldId id="260" r:id="rId7"/>
    <p:sldId id="262" r:id="rId8"/>
    <p:sldId id="261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2996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framing this as a quick demo, not a finished product: built in one evening to make the pipeline concrete for myself, and it surfaced a real validation bug along the way -- which is its own QA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Emphasize this mirrors the JD language almost exactly. Mention briefly that I first tried a different Kaggle dataset and found its labels were statistically random -- caught that before building on it, which is itself a validation habit worth having.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ingestion step made concrete: pulled the CSV directly via script (no manual download needed), loaded it with pandas, and inspected shape/columns/label distribution before trusting it. Worth mentioning the dataset-quality check here briefly, since it's a real QA habit, not just a dataset-selection footnote.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 precision point if asked: there's no real multi-table join happening here, since NSL-KDD is a single CSV -- all 41 fields already live on one row. What I built is the field-mapping/reshaping layer: raw field names get renamed into a standardized schema, and some raw fields get collapsed into derived fields (e.g. host_compromise_indicators = num_compromised + root_shell + su_attempted). I grouped the fields into 3 buckets and framed them as separate vendor sources to demonstrate the *pattern* Cosmos would need at real scale. The harder problem -- actually joining records across distinct vendor outputs with different keys, timestamps, and formats -- is a real gap between this prototype and production. Worth being upfront about that distinction rather than overselling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one real example from the run. This is the differentiator vs a generic QA candidate: testing for hallucination and faithfulness in LLM-generated outputs, not just pass/fail on a deterministic function.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strongest slide in the deck. Don't undersell it -- finding and fixing a bug in your OWN validation tooling, mid-build, is a more credible QA signal than a clean demo would have been. Say this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502920"/>
            <a:ext cx="1463040" cy="1463040"/>
          </a:xfrm>
          <a:prstGeom prst="ellipse">
            <a:avLst/>
          </a:prstGeom>
          <a:solidFill>
            <a:srgbClr val="065A82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96012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737360"/>
            <a:ext cx="9509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QA for an </a:t>
            </a: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AI-Enabled Threat Intelligence Pipeline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0080" y="28803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prototype: ingestion → normalization → PromptOps → output validation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Pipeline, Stage by Stage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2468880" cy="32918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463040" y="178308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19659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788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7240" y="32918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raw telemetry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source systems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127248" y="2834640"/>
            <a:ext cx="283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3429000" y="1463040"/>
            <a:ext cx="2468880" cy="32918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251960" y="178308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96596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2788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566160" y="32918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fragmented schemas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one common format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916168" y="2834640"/>
            <a:ext cx="283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6217920" y="1463040"/>
            <a:ext cx="2468880" cy="32918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7040880" y="178308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196596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09360" y="2788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PromptOps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355080" y="32918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generates 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narrative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8705088" y="2834640"/>
            <a:ext cx="283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Shape 16"/>
          <p:cNvSpPr/>
          <p:nvPr/>
        </p:nvSpPr>
        <p:spPr>
          <a:xfrm>
            <a:off x="9006840" y="1463040"/>
            <a:ext cx="2468880" cy="32918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9829800" y="178308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12680" y="1965960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098280" y="2788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Validation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9144000" y="32918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accuracy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to source data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640080" y="4983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NSL-KDD (network intrusion benchmark) — real, trustworthy ground-truth labels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588185-E820-327F-34C5-1E4508D1E1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742" y="706209"/>
            <a:ext cx="8453887" cy="59792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0CDF670-1C43-A781-DF03-B38B23D49356}"/>
              </a:ext>
            </a:extLst>
          </p:cNvPr>
          <p:cNvSpPr txBox="1"/>
          <p:nvPr/>
        </p:nvSpPr>
        <p:spPr>
          <a:xfrm>
            <a:off x="769908" y="172529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</a:t>
            </a:r>
            <a:r>
              <a:rPr lang="en-US" sz="18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r>
              <a:rPr lang="en-US" sz="1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, Source: NSL-KDD network intrusion benchmark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648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Ingestion: What We Actually Loaded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NSL-KDD network intrusion benchmark — pulled directly via script, no manual upload. 125,973 rows, 41 raw connection-level features, plus a label.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607040" cy="1371600"/>
          </a:xfrm>
          <a:prstGeom prst="roundRect">
            <a:avLst>
              <a:gd name="adj" fmla="val 6667"/>
            </a:avLst>
          </a:prstGeom>
          <a:solidFill>
            <a:srgbClr val="F7F9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raw row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duration=0, protocol_type=tcp, service=private, flag=S0, src_bytes=0, dst_bytes=0, count=280, serror_rate=1.00, …, label=neptune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3429000"/>
            <a:ext cx="32918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22960" y="42519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attack labels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 neptune, satan, smurf)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3429000"/>
            <a:ext cx="32918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80560" y="35661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480560" y="42519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categories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/ Probe / R2L / U2R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55280" y="3429000"/>
            <a:ext cx="32918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138160" y="35661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91.9%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8138160" y="42519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rows are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traffic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1663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Normalization: Simulating Fragmented Sources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dataset, grouped into 3 logical buckets to simulate fragmented vendor sources (firewall, endpoint, IDS) — then field-mapped into one standardized schema.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246120" cy="1737360"/>
          </a:xfrm>
          <a:prstGeom prst="roundRect">
            <a:avLst>
              <a:gd name="adj" fmla="val 5263"/>
            </a:avLst>
          </a:prstGeom>
          <a:solidFill>
            <a:srgbClr val="F7F9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208483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 — Connection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protocol, service, flag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bytes sent / received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60520" y="1920240"/>
            <a:ext cx="3246120" cy="1737360"/>
          </a:xfrm>
          <a:prstGeom prst="roundRect">
            <a:avLst>
              <a:gd name="adj" fmla="val 5263"/>
            </a:avLst>
          </a:prstGeom>
          <a:solidFill>
            <a:srgbClr val="F7F9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0" y="208483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B — Endpoint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89120" y="251460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failed logins, root shell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compromise indicators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80960" y="1920240"/>
            <a:ext cx="3246120" cy="1737360"/>
          </a:xfrm>
          <a:prstGeom prst="roundRect">
            <a:avLst>
              <a:gd name="adj" fmla="val 5263"/>
            </a:avLst>
          </a:prstGeom>
          <a:solidFill>
            <a:srgbClr val="F7F9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909560" y="208483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 — Traffic Stats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09560" y="251460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connection counts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error rates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577840" y="3886200"/>
            <a:ext cx="9144" cy="9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886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field-mapped into one standardized record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011680" y="4343400"/>
            <a:ext cx="8138160" cy="1188720"/>
          </a:xfrm>
          <a:prstGeom prst="roundRect">
            <a:avLst>
              <a:gd name="adj" fmla="val 7692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286000" y="4498848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conn_protocol, conn_service, bytes_sent, bytes_received, auth_failed_logins, host_compromise_indicators, conn_error_rate, dst_host_error_rate …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562356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single-source data, simulated as 3 vendor sources — a real Cosmos-scale join across distinct vendor outputs is a harder problem than this prototype solves.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PromptOps: LLM-Generated Threat Narrative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withheld from the model — it never sees the label, only the normalized record.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(normalized record)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flag: S0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bytes_sent: 0   bytes_received: 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conn_count_same_host: 280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conn_error_rate: 1.0  (100%)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conn_service: private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5029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(hidden from LLM): DoS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035040" y="155448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30936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Gemini-generated narrative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9360" y="219456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“This record appears highly suspicious. 280 failed connection attempts to a private service, 100% error rate — suggesting an active scanning attempt or denial-of-service activity.”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4526280"/>
            <a:ext cx="365760" cy="365760"/>
          </a:xfrm>
          <a:prstGeom prst="ellipse">
            <a:avLst/>
          </a:prstGeom>
          <a:solidFill>
            <a:srgbClr val="0F9D6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4590288"/>
            <a:ext cx="237744" cy="23774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766560" y="45537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identified — no hallucinated details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FF1EC3-6648-F784-2C03-F6A7B3E0E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2231069"/>
            <a:ext cx="5294716" cy="2395859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5C5E6C7F-1BD1-CD8C-DD30-4E529E971E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817" y="1469955"/>
            <a:ext cx="5294715" cy="391808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CCCF0A5-6C9B-A47E-6D9B-C0E1B2414AEE}"/>
              </a:ext>
            </a:extLst>
          </p:cNvPr>
          <p:cNvSpPr txBox="1"/>
          <p:nvPr/>
        </p:nvSpPr>
        <p:spPr>
          <a:xfrm>
            <a:off x="1250302" y="662473"/>
            <a:ext cx="4599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Manual Verification with ground truth </a:t>
            </a:r>
          </a:p>
        </p:txBody>
      </p:sp>
    </p:spTree>
    <p:extLst>
      <p:ext uri="{BB962C8B-B14F-4D97-AF65-F5344CB8AC3E}">
        <p14:creationId xmlns:p14="http://schemas.microsoft.com/office/powerpoint/2010/main" val="1870483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Validator Itself Had a Bug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411480"/>
            <a:ext cx="548640" cy="5486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1280160"/>
            <a:ext cx="10515600" cy="1188720"/>
          </a:xfrm>
          <a:prstGeom prst="roundRect">
            <a:avLst>
              <a:gd name="adj" fmla="val 7692"/>
            </a:avLst>
          </a:prstGeom>
          <a:solidFill>
            <a:srgbClr val="FDF0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14400" y="14630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first version flagged 3 correct narratives as FALSE POSITIVES, because it keyword-matched the word “suspicious” — </a:t>
            </a: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inside the phrase “does NOT appear suspicious.”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2743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fix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3154680"/>
            <a:ext cx="5120640" cy="1463040"/>
          </a:xfrm>
          <a:prstGeom prst="roundRect">
            <a:avLst>
              <a:gd name="adj" fmla="val 6250"/>
            </a:avLst>
          </a:prstGeom>
          <a:solidFill>
            <a:srgbClr val="F7F9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14400" y="33375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keyword match: any('suspicious' in text) → flags negations as positives → 12/15 “accuracy” (false reading)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035040" y="2743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fix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035040" y="3154680"/>
            <a:ext cx="5120640" cy="1463040"/>
          </a:xfrm>
          <a:prstGeom prst="roundRect">
            <a:avLst>
              <a:gd name="adj" fmla="val 6250"/>
            </a:avLst>
          </a:prstGeom>
          <a:solidFill>
            <a:srgbClr val="EAF7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309360" y="33375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Verdict-phrase matching with negation handling → 15/15 correct directional accuracy, true result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4937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a test suite that lies about passing is worse than no test suite — it gives false confidence.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D0E0A2-D3FE-CE1E-DB62-B8ED99566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8855" y="1195775"/>
            <a:ext cx="8040222" cy="34485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FE6CC3F-FA53-BD75-47B7-F2B7CBA46756}"/>
              </a:ext>
            </a:extLst>
          </p:cNvPr>
          <p:cNvSpPr txBox="1"/>
          <p:nvPr/>
        </p:nvSpPr>
        <p:spPr>
          <a:xfrm>
            <a:off x="664234" y="319177"/>
            <a:ext cx="4537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Manual fix for retrieval accuracy</a:t>
            </a:r>
          </a:p>
        </p:txBody>
      </p:sp>
    </p:spTree>
    <p:extLst>
      <p:ext uri="{BB962C8B-B14F-4D97-AF65-F5344CB8AC3E}">
        <p14:creationId xmlns:p14="http://schemas.microsoft.com/office/powerpoint/2010/main" val="3939325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EEE66B-3E55-94AE-C4C0-0AFCD81B7236}"/>
              </a:ext>
            </a:extLst>
          </p:cNvPr>
          <p:cNvSpPr txBox="1"/>
          <p:nvPr/>
        </p:nvSpPr>
        <p:spPr>
          <a:xfrm>
            <a:off x="699713" y="248038"/>
            <a:ext cx="7063721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Using DeepEval Framework to evaluate the LLM OUTPUT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76A976-5F27-BF41-BF99-1119BDA61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25" y="1969341"/>
            <a:ext cx="11327549" cy="4446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03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1841</TotalTime>
  <Words>955</Words>
  <Application>Microsoft Office PowerPoint</Application>
  <PresentationFormat>Widescreen</PresentationFormat>
  <Paragraphs>81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AI-Enabled QA Pipeline Prototype</dc:title>
  <dc:subject>PptxGenJS Presentation</dc:subject>
  <dc:creator>Nikhil</dc:creator>
  <cp:lastModifiedBy>Nikhil Barot</cp:lastModifiedBy>
  <cp:revision>9</cp:revision>
  <dcterms:created xsi:type="dcterms:W3CDTF">2026-06-30T14:47:59Z</dcterms:created>
  <dcterms:modified xsi:type="dcterms:W3CDTF">2026-07-07T03:24:17Z</dcterms:modified>
</cp:coreProperties>
</file>